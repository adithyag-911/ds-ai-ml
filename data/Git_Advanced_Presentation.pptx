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Advanced: Branching, Merging, .gitignore &amp; GitHub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Mastering Collaboration and Version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Advanced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028040" cy="470852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dirty="0"/>
              <a:t>• Real projects involve multiple developers</a:t>
            </a:r>
            <a:r>
              <a:rPr lang="en-IN" dirty="0"/>
              <a:t>.</a:t>
            </a:r>
            <a:endParaRPr dirty="0"/>
          </a:p>
          <a:p>
            <a:pPr marL="0" indent="0" algn="just">
              <a:buNone/>
            </a:pPr>
            <a:r>
              <a:rPr dirty="0"/>
              <a:t>• Need to work on features without breaking main</a:t>
            </a:r>
            <a:r>
              <a:rPr lang="en-IN" dirty="0"/>
              <a:t> </a:t>
            </a:r>
            <a:r>
              <a:rPr dirty="0"/>
              <a:t>code</a:t>
            </a:r>
            <a:r>
              <a:rPr lang="en-IN" dirty="0"/>
              <a:t>.</a:t>
            </a:r>
            <a:endParaRPr dirty="0"/>
          </a:p>
          <a:p>
            <a:pPr marL="0" indent="0" algn="just">
              <a:buNone/>
            </a:pPr>
            <a:r>
              <a:rPr dirty="0"/>
              <a:t>• Git provides tools for collaboration and version control</a:t>
            </a:r>
            <a:r>
              <a:rPr lang="en-IN" dirty="0"/>
              <a:t>.</a:t>
            </a:r>
            <a:endParaRPr dirty="0"/>
          </a:p>
          <a:p>
            <a:pPr marL="0" indent="0" algn="just">
              <a:buNone/>
            </a:pPr>
            <a:r>
              <a:rPr dirty="0"/>
              <a:t>• Helps manage bugs, features, releases efficiently</a:t>
            </a:r>
            <a:r>
              <a:rPr lang="en-IN" dirty="0"/>
              <a:t>.</a:t>
            </a:r>
            <a:endParaRPr dirty="0"/>
          </a:p>
          <a:p>
            <a:pPr algn="just"/>
            <a:endParaRPr dirty="0"/>
          </a:p>
          <a:p>
            <a:pPr marL="0" indent="0" algn="just">
              <a:buNone/>
            </a:pPr>
            <a:r>
              <a:rPr dirty="0"/>
              <a:t>Example:</a:t>
            </a:r>
          </a:p>
          <a:p>
            <a:pPr algn="just"/>
            <a:r>
              <a:rPr dirty="0"/>
              <a:t>A team building a website — one person works on login, another on UI, another on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Fundamentals 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567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• A branch is an independent line of development.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Why use branches?</a:t>
            </a:r>
          </a:p>
          <a:p>
            <a:pPr marL="0" indent="0">
              <a:buNone/>
            </a:pPr>
            <a:r>
              <a:rPr dirty="0"/>
              <a:t>• Develop features safely</a:t>
            </a:r>
          </a:p>
          <a:p>
            <a:pPr marL="0" indent="0">
              <a:buNone/>
            </a:pPr>
            <a:r>
              <a:rPr dirty="0"/>
              <a:t>• Fix bugs without affecting main code</a:t>
            </a:r>
          </a:p>
          <a:p>
            <a:pPr marL="0" indent="0">
              <a:buNone/>
            </a:pPr>
            <a:r>
              <a:rPr dirty="0"/>
              <a:t>• Experiment freely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Default branch: main (or master in older repos)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Common Branch Types:</a:t>
            </a:r>
          </a:p>
          <a:p>
            <a:pPr marL="0" indent="0">
              <a:buNone/>
            </a:pPr>
            <a:r>
              <a:rPr dirty="0"/>
              <a:t>• main → stable production code</a:t>
            </a:r>
          </a:p>
          <a:p>
            <a:pPr marL="0" indent="0">
              <a:buNone/>
            </a:pPr>
            <a:r>
              <a:rPr dirty="0"/>
              <a:t>• feature/* → new features</a:t>
            </a:r>
          </a:p>
          <a:p>
            <a:pPr marL="0" indent="0">
              <a:buNone/>
            </a:pPr>
            <a:r>
              <a:rPr dirty="0"/>
              <a:t>• bugfix/* → bug fixes</a:t>
            </a:r>
          </a:p>
          <a:p>
            <a:pPr marL="0" indent="0">
              <a:buNone/>
            </a:pPr>
            <a:r>
              <a:rPr dirty="0"/>
              <a:t>• hotfix/* → urgent fixes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006" y="274638"/>
            <a:ext cx="8499987" cy="1143000"/>
          </a:xfrm>
        </p:spPr>
        <p:txBody>
          <a:bodyPr/>
          <a:lstStyle/>
          <a:p>
            <a:r>
              <a:rPr dirty="0"/>
              <a:t>Branch Commands (Code 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Create new branch:</a:t>
            </a:r>
          </a:p>
          <a:p>
            <a:r>
              <a:rPr dirty="0"/>
              <a:t>&gt; </a:t>
            </a:r>
            <a:r>
              <a:rPr dirty="0">
                <a:latin typeface="Consolas" panose="020B0609020204030204" pitchFamily="49" charset="0"/>
              </a:rPr>
              <a:t>git branch feature-login</a:t>
            </a:r>
          </a:p>
          <a:p>
            <a:endParaRPr dirty="0"/>
          </a:p>
          <a:p>
            <a:r>
              <a:rPr dirty="0"/>
              <a:t>Switch to branch:</a:t>
            </a:r>
          </a:p>
          <a:p>
            <a:r>
              <a:rPr dirty="0"/>
              <a:t>&gt; </a:t>
            </a:r>
            <a:r>
              <a:rPr dirty="0">
                <a:latin typeface="Consolas" panose="020B0609020204030204" pitchFamily="49" charset="0"/>
              </a:rPr>
              <a:t>git checkout feature-login</a:t>
            </a:r>
          </a:p>
          <a:p>
            <a:endParaRPr dirty="0"/>
          </a:p>
          <a:p>
            <a:r>
              <a:rPr dirty="0"/>
              <a:t>Create and switch together:</a:t>
            </a:r>
          </a:p>
          <a:p>
            <a:r>
              <a:rPr dirty="0"/>
              <a:t>&gt; </a:t>
            </a:r>
            <a:r>
              <a:rPr dirty="0">
                <a:latin typeface="Consolas" panose="020B0609020204030204" pitchFamily="49" charset="0"/>
              </a:rPr>
              <a:t>git checkout -b feature-login</a:t>
            </a:r>
          </a:p>
          <a:p>
            <a:endParaRPr dirty="0"/>
          </a:p>
          <a:p>
            <a:r>
              <a:rPr dirty="0"/>
              <a:t>List branches:</a:t>
            </a:r>
          </a:p>
          <a:p>
            <a:r>
              <a:rPr dirty="0"/>
              <a:t>&gt; </a:t>
            </a:r>
            <a:r>
              <a:rPr dirty="0">
                <a:latin typeface="Consolas" panose="020B0609020204030204" pitchFamily="49" charset="0"/>
              </a:rPr>
              <a:t>git branch</a:t>
            </a:r>
          </a:p>
          <a:p>
            <a:endParaRPr dirty="0"/>
          </a:p>
          <a:p>
            <a:r>
              <a:rPr dirty="0"/>
              <a:t>Delete branch:</a:t>
            </a:r>
          </a:p>
          <a:p>
            <a:r>
              <a:rPr dirty="0"/>
              <a:t>&gt; </a:t>
            </a:r>
            <a:r>
              <a:rPr dirty="0">
                <a:latin typeface="Consolas" panose="020B0609020204030204" pitchFamily="49" charset="0"/>
              </a:rPr>
              <a:t>git branch -d feature-login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Scenario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Situation: Add login feature to website</a:t>
            </a:r>
          </a:p>
          <a:p>
            <a:pPr marL="0" indent="0">
              <a:buNone/>
            </a:pPr>
            <a:r>
              <a:rPr dirty="0"/>
              <a:t>1. Start from main branch</a:t>
            </a:r>
          </a:p>
          <a:p>
            <a:pPr marL="0" indent="0">
              <a:buNone/>
            </a:pPr>
            <a:r>
              <a:rPr dirty="0"/>
              <a:t>2. Create feature branch</a:t>
            </a:r>
          </a:p>
          <a:p>
            <a:pPr marL="0" indent="0">
              <a:buNone/>
            </a:pPr>
            <a:r>
              <a:rPr dirty="0"/>
              <a:t>3. Implement login</a:t>
            </a:r>
          </a:p>
          <a:p>
            <a:pPr marL="0" indent="0">
              <a:buNone/>
            </a:pPr>
            <a:r>
              <a:rPr dirty="0"/>
              <a:t>4. Merge back to main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Code:</a:t>
            </a:r>
          </a:p>
          <a:p>
            <a:r>
              <a:rPr dirty="0">
                <a:latin typeface="Consolas" panose="020B0609020204030204" pitchFamily="49" charset="0"/>
              </a:rPr>
              <a:t>&gt; git checkout main</a:t>
            </a:r>
          </a:p>
          <a:p>
            <a:r>
              <a:rPr dirty="0">
                <a:latin typeface="Consolas" panose="020B0609020204030204" pitchFamily="49" charset="0"/>
              </a:rPr>
              <a:t>&gt; git checkout -b feature-login</a:t>
            </a:r>
          </a:p>
          <a:p>
            <a:r>
              <a:rPr dirty="0">
                <a:latin typeface="Consolas" panose="020B0609020204030204" pitchFamily="49" charset="0"/>
              </a:rPr>
              <a:t>&gt; # edit files</a:t>
            </a:r>
          </a:p>
          <a:p>
            <a:r>
              <a:rPr dirty="0">
                <a:latin typeface="Consolas" panose="020B0609020204030204" pitchFamily="49" charset="0"/>
              </a:rPr>
              <a:t>&gt; git add .</a:t>
            </a:r>
          </a:p>
          <a:p>
            <a:r>
              <a:rPr dirty="0">
                <a:latin typeface="Consolas" panose="020B0609020204030204" pitchFamily="49" charset="0"/>
              </a:rPr>
              <a:t>&gt; git commit -m "Add login functionality"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Merging Branches 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Combines changes from one branch into another.</a:t>
            </a:r>
          </a:p>
          <a:p>
            <a:pPr marL="0" indent="0">
              <a:buNone/>
            </a:pPr>
            <a:r>
              <a:rPr dirty="0"/>
              <a:t>• Usually merge feature branch into main after completion.</a:t>
            </a:r>
          </a:p>
          <a:p>
            <a:endParaRPr dirty="0"/>
          </a:p>
          <a:p>
            <a:r>
              <a:rPr dirty="0"/>
              <a:t>Switch to main: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 git checkout main</a:t>
            </a:r>
          </a:p>
          <a:p>
            <a:endParaRPr dirty="0"/>
          </a:p>
          <a:p>
            <a:r>
              <a:rPr dirty="0"/>
              <a:t>Merge feature branch: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 git merge feature-login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336"/>
            <a:ext cx="8229600" cy="46218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1. Fast-Forward Merge</a:t>
            </a:r>
          </a:p>
          <a:p>
            <a:r>
              <a:rPr dirty="0"/>
              <a:t>Occurs when main has no new commits.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main ----A----B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              </a:t>
            </a:r>
            <a:r>
              <a:rPr lang="en-IN" dirty="0"/>
              <a:t>         </a:t>
            </a:r>
            <a:r>
              <a:rPr dirty="0"/>
              <a:t> \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dirty="0"/>
              <a:t>feature --------C</a:t>
            </a:r>
          </a:p>
          <a:p>
            <a:r>
              <a:rPr dirty="0"/>
              <a:t>After merge: main ----A----B----C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2. Three-Way Merge</a:t>
            </a:r>
          </a:p>
          <a:p>
            <a:r>
              <a:rPr dirty="0"/>
              <a:t>When both branches have new commits.</a:t>
            </a:r>
          </a:p>
          <a:p>
            <a:r>
              <a:rPr dirty="0"/>
              <a:t>Git creates a merge commit.</a:t>
            </a:r>
          </a:p>
          <a:p>
            <a:pPr marL="0" indent="0">
              <a:buNone/>
            </a:pPr>
            <a:r>
              <a:rPr dirty="0"/>
              <a:t>main ----A----B----D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IN" dirty="0"/>
              <a:t>         </a:t>
            </a:r>
            <a:r>
              <a:rPr dirty="0"/>
              <a:t>              \</a:t>
            </a:r>
          </a:p>
          <a:p>
            <a:pPr marL="0" indent="0">
              <a:buNone/>
            </a:pPr>
            <a:r>
              <a:rPr dirty="0"/>
              <a:t>feature --------C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Conflicts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Occurs when two branches modify the same part of a file.</a:t>
            </a:r>
          </a:p>
          <a:p>
            <a:pPr marL="0" indent="0">
              <a:buNone/>
            </a:pPr>
            <a:r>
              <a:rPr dirty="0"/>
              <a:t>• Git cannot decide which change to keep.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Example conflict in file: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&lt;&lt;&lt;&lt;&lt;&lt;&lt; HEAD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Login button color: Blue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=======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Login button color: Green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&gt;&gt;&gt;&gt;&gt;&gt;&gt; feature-login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Resolving 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Steps:</a:t>
            </a:r>
          </a:p>
          <a:p>
            <a:r>
              <a:rPr dirty="0"/>
              <a:t>1. Open conflicted file</a:t>
            </a:r>
          </a:p>
          <a:p>
            <a:r>
              <a:rPr dirty="0"/>
              <a:t>2. Choose correct changes</a:t>
            </a:r>
          </a:p>
          <a:p>
            <a:r>
              <a:rPr dirty="0"/>
              <a:t>3. Remove conflict markers</a:t>
            </a:r>
          </a:p>
          <a:p>
            <a:r>
              <a:rPr dirty="0"/>
              <a:t>4. Add and commit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Code:</a:t>
            </a:r>
          </a:p>
          <a:p>
            <a:r>
              <a:rPr sz="3000" dirty="0">
                <a:latin typeface="Consolas" panose="020B0609020204030204" pitchFamily="49" charset="0"/>
              </a:rPr>
              <a:t>&gt; git add file.txt</a:t>
            </a:r>
          </a:p>
          <a:p>
            <a:r>
              <a:rPr sz="3000" dirty="0">
                <a:latin typeface="Consolas" panose="020B0609020204030204" pitchFamily="49" charset="0"/>
              </a:rPr>
              <a:t>&gt; git commit -m "Resolve merge conflict"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.gitignore Practice 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.</a:t>
            </a:r>
            <a:r>
              <a:rPr dirty="0" err="1"/>
              <a:t>gitignore</a:t>
            </a:r>
            <a:r>
              <a:rPr dirty="0"/>
              <a:t> tells Git which files NOT to track.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Useful for:</a:t>
            </a:r>
          </a:p>
          <a:p>
            <a:pPr marL="0" indent="0">
              <a:buNone/>
            </a:pPr>
            <a:r>
              <a:rPr dirty="0"/>
              <a:t>• Temporary files</a:t>
            </a:r>
          </a:p>
          <a:p>
            <a:pPr marL="0" indent="0">
              <a:buNone/>
            </a:pPr>
            <a:r>
              <a:rPr dirty="0"/>
              <a:t>• Build files</a:t>
            </a:r>
          </a:p>
          <a:p>
            <a:pPr marL="0" indent="0">
              <a:buNone/>
            </a:pPr>
            <a:r>
              <a:rPr dirty="0"/>
              <a:t>• Secrets</a:t>
            </a:r>
          </a:p>
          <a:p>
            <a:pPr marL="0" indent="0">
              <a:buNone/>
            </a:pPr>
            <a:r>
              <a:rPr dirty="0"/>
              <a:t>• System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.gitignore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Ignore Python cache:</a:t>
            </a:r>
          </a:p>
          <a:p>
            <a:r>
              <a:rPr dirty="0"/>
              <a:t>__</a:t>
            </a:r>
            <a:r>
              <a:rPr dirty="0" err="1"/>
              <a:t>pycache</a:t>
            </a:r>
            <a:r>
              <a:rPr dirty="0"/>
              <a:t>__/</a:t>
            </a:r>
          </a:p>
          <a:p>
            <a:r>
              <a:rPr dirty="0"/>
              <a:t>*.</a:t>
            </a:r>
            <a:r>
              <a:rPr dirty="0" err="1"/>
              <a:t>pyc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Ignore node modules:</a:t>
            </a:r>
          </a:p>
          <a:p>
            <a:r>
              <a:rPr dirty="0" err="1"/>
              <a:t>node_modules</a:t>
            </a:r>
            <a:r>
              <a:rPr dirty="0"/>
              <a:t>/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Ignore environment file:</a:t>
            </a:r>
          </a:p>
          <a:p>
            <a:r>
              <a:rPr dirty="0"/>
              <a:t>.env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Ignore logs:</a:t>
            </a:r>
          </a:p>
          <a:p>
            <a:r>
              <a:rPr dirty="0"/>
              <a:t>*.log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.gitignore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Without it:</a:t>
            </a:r>
          </a:p>
          <a:p>
            <a:pPr marL="0" indent="0">
              <a:buNone/>
            </a:pPr>
            <a:r>
              <a:rPr dirty="0"/>
              <a:t>❌ Upload sensitive data (API keys)</a:t>
            </a:r>
          </a:p>
          <a:p>
            <a:pPr marL="0" indent="0">
              <a:buNone/>
            </a:pPr>
            <a:r>
              <a:rPr dirty="0"/>
              <a:t>❌ Large unnecessary files</a:t>
            </a:r>
          </a:p>
          <a:p>
            <a:pPr marL="0" indent="0">
              <a:buNone/>
            </a:pPr>
            <a:r>
              <a:rPr dirty="0"/>
              <a:t>❌ System-specific files</a:t>
            </a:r>
          </a:p>
          <a:p>
            <a:r>
              <a:rPr dirty="0"/>
              <a:t>With it:</a:t>
            </a:r>
          </a:p>
          <a:p>
            <a:pPr marL="0" indent="0">
              <a:buNone/>
            </a:pPr>
            <a:r>
              <a:rPr dirty="0"/>
              <a:t>✅ Clean repository</a:t>
            </a:r>
          </a:p>
          <a:p>
            <a:pPr marL="0" indent="0">
              <a:buNone/>
            </a:pPr>
            <a:r>
              <a:rPr dirty="0"/>
              <a:t>✅ Secure project</a:t>
            </a:r>
          </a:p>
          <a:p>
            <a:pPr marL="0" indent="0">
              <a:buNone/>
            </a:pPr>
            <a:r>
              <a:rPr dirty="0"/>
              <a:t>✅ Faster cloning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 Request (PR) 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Pull Request is a request to merge your branch into another branch on GitHub.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Used for:</a:t>
            </a:r>
          </a:p>
          <a:p>
            <a:pPr marL="0" indent="0">
              <a:buNone/>
            </a:pPr>
            <a:r>
              <a:rPr dirty="0"/>
              <a:t>• Code review</a:t>
            </a:r>
          </a:p>
          <a:p>
            <a:pPr marL="0" indent="0">
              <a:buNone/>
            </a:pPr>
            <a:r>
              <a:rPr dirty="0"/>
              <a:t>• Discussion</a:t>
            </a:r>
          </a:p>
          <a:p>
            <a:pPr marL="0" indent="0">
              <a:buNone/>
            </a:pPr>
            <a:r>
              <a:rPr dirty="0"/>
              <a:t>• Approval before merging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 Request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Push branch to GitHub</a:t>
            </a:r>
          </a:p>
          <a:p>
            <a:pPr marL="0" indent="0">
              <a:buNone/>
            </a:pPr>
            <a:r>
              <a:rPr dirty="0"/>
              <a:t>2. Open Pull Request</a:t>
            </a:r>
          </a:p>
          <a:p>
            <a:pPr marL="0" indent="0">
              <a:buNone/>
            </a:pPr>
            <a:r>
              <a:rPr dirty="0"/>
              <a:t>3. Team reviews code</a:t>
            </a:r>
          </a:p>
          <a:p>
            <a:pPr marL="0" indent="0">
              <a:buNone/>
            </a:pPr>
            <a:r>
              <a:rPr dirty="0"/>
              <a:t>4. Fix issues if requested</a:t>
            </a:r>
          </a:p>
          <a:p>
            <a:pPr marL="0" indent="0">
              <a:buNone/>
            </a:pPr>
            <a:r>
              <a:rPr dirty="0"/>
              <a:t>5. Merge into main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 Branch to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Command: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 git push origin feature-login</a:t>
            </a:r>
          </a:p>
          <a:p>
            <a:endParaRPr dirty="0"/>
          </a:p>
          <a:p>
            <a:r>
              <a:rPr dirty="0"/>
              <a:t>Then on GitHub:</a:t>
            </a:r>
          </a:p>
          <a:p>
            <a:pPr marL="0" indent="0">
              <a:buNone/>
            </a:pPr>
            <a:r>
              <a:rPr dirty="0"/>
              <a:t>➡️ Click "Compare &amp; Pull Request"</a:t>
            </a:r>
          </a:p>
          <a:p>
            <a:pPr marL="0" indent="0">
              <a:buNone/>
            </a:pPr>
            <a:r>
              <a:rPr dirty="0"/>
              <a:t>➡️ Add description</a:t>
            </a:r>
          </a:p>
          <a:p>
            <a:pPr marL="0" indent="0">
              <a:buNone/>
            </a:pPr>
            <a:r>
              <a:rPr dirty="0"/>
              <a:t>➡️ Submit PR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Collaboration Workflow 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Standard Workflow:</a:t>
            </a:r>
          </a:p>
          <a:p>
            <a:pPr marL="0" indent="0">
              <a:buNone/>
            </a:pPr>
            <a:r>
              <a:rPr dirty="0"/>
              <a:t>1. Clone repository</a:t>
            </a:r>
          </a:p>
          <a:p>
            <a:pPr marL="0" indent="0">
              <a:buNone/>
            </a:pPr>
            <a:r>
              <a:rPr dirty="0"/>
              <a:t>2. Create branch</a:t>
            </a:r>
          </a:p>
          <a:p>
            <a:pPr marL="0" indent="0">
              <a:buNone/>
            </a:pPr>
            <a:r>
              <a:rPr dirty="0"/>
              <a:t>3. Make changes</a:t>
            </a:r>
          </a:p>
          <a:p>
            <a:pPr marL="0" indent="0">
              <a:buNone/>
            </a:pPr>
            <a:r>
              <a:rPr dirty="0"/>
              <a:t>4. Commit</a:t>
            </a:r>
          </a:p>
          <a:p>
            <a:pPr marL="0" indent="0">
              <a:buNone/>
            </a:pPr>
            <a:r>
              <a:rPr dirty="0"/>
              <a:t>5. Push</a:t>
            </a:r>
          </a:p>
          <a:p>
            <a:pPr marL="0" indent="0">
              <a:buNone/>
            </a:pPr>
            <a:r>
              <a:rPr dirty="0"/>
              <a:t>6. Open Pull Request</a:t>
            </a:r>
          </a:p>
          <a:p>
            <a:pPr marL="0" indent="0">
              <a:buNone/>
            </a:pPr>
            <a:r>
              <a:rPr dirty="0"/>
              <a:t>7. Review &amp; Merge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Team building an E-Commerce Website</a:t>
            </a:r>
          </a:p>
          <a:p>
            <a:pPr marL="0" indent="0">
              <a:buNone/>
            </a:pPr>
            <a:r>
              <a:rPr dirty="0"/>
              <a:t>Developer A → Product page</a:t>
            </a:r>
          </a:p>
          <a:p>
            <a:pPr marL="0" indent="0">
              <a:buNone/>
            </a:pPr>
            <a:r>
              <a:rPr dirty="0"/>
              <a:t>Developer B → Payment system</a:t>
            </a:r>
          </a:p>
          <a:p>
            <a:pPr marL="0" indent="0">
              <a:buNone/>
            </a:pPr>
            <a:r>
              <a:rPr dirty="0"/>
              <a:t>Developer C → User profile</a:t>
            </a:r>
          </a:p>
          <a:p>
            <a:endParaRPr dirty="0"/>
          </a:p>
          <a:p>
            <a:r>
              <a:rPr dirty="0"/>
              <a:t>Each works in separate branches:</a:t>
            </a:r>
          </a:p>
          <a:p>
            <a:pPr marL="0" indent="0">
              <a:buNone/>
            </a:pPr>
            <a:r>
              <a:rPr dirty="0"/>
              <a:t>&gt; feature-product</a:t>
            </a:r>
          </a:p>
          <a:p>
            <a:pPr marL="0" indent="0">
              <a:buNone/>
            </a:pPr>
            <a:r>
              <a:rPr dirty="0"/>
              <a:t>&gt; feature-payment</a:t>
            </a:r>
          </a:p>
          <a:p>
            <a:pPr marL="0" indent="0">
              <a:buNone/>
            </a:pPr>
            <a:r>
              <a:rPr dirty="0"/>
              <a:t>&gt; feature-profile</a:t>
            </a:r>
          </a:p>
          <a:p>
            <a:endParaRPr dirty="0"/>
          </a:p>
          <a:p>
            <a:r>
              <a:rPr dirty="0"/>
              <a:t>After testing → merged into main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Additional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Check status: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 git status</a:t>
            </a:r>
          </a:p>
          <a:p>
            <a:endParaRPr dirty="0"/>
          </a:p>
          <a:p>
            <a:r>
              <a:rPr dirty="0"/>
              <a:t>View commit history: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 git log</a:t>
            </a:r>
          </a:p>
          <a:p>
            <a:endParaRPr dirty="0"/>
          </a:p>
          <a:p>
            <a:r>
              <a:rPr dirty="0"/>
              <a:t>Pull latest changes: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 git pull origin main</a:t>
            </a:r>
          </a:p>
          <a:p>
            <a:endParaRPr dirty="0"/>
          </a:p>
          <a:p>
            <a:r>
              <a:rPr dirty="0"/>
              <a:t>Clone repository:</a:t>
            </a:r>
          </a:p>
          <a:p>
            <a:pPr marL="0" indent="0">
              <a:buNone/>
            </a:pPr>
            <a:r>
              <a:rPr dirty="0">
                <a:latin typeface="Consolas" panose="020B0609020204030204" pitchFamily="49" charset="0"/>
              </a:rPr>
              <a:t>&gt; git clone https://github.com/user/repo.git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Always pull latest changes before working</a:t>
            </a:r>
          </a:p>
          <a:p>
            <a:pPr marL="0" indent="0">
              <a:buNone/>
            </a:pPr>
            <a:r>
              <a:rPr dirty="0"/>
              <a:t>• Use meaningful commit messages</a:t>
            </a:r>
          </a:p>
          <a:p>
            <a:pPr marL="0" indent="0">
              <a:buNone/>
            </a:pPr>
            <a:r>
              <a:rPr dirty="0"/>
              <a:t>• Keep branches small and focused</a:t>
            </a:r>
          </a:p>
          <a:p>
            <a:pPr marL="0" indent="0">
              <a:buNone/>
            </a:pPr>
            <a:r>
              <a:rPr dirty="0"/>
              <a:t>• Resolve conflicts carefully</a:t>
            </a:r>
          </a:p>
          <a:p>
            <a:pPr marL="0" indent="0">
              <a:buNone/>
            </a:pPr>
            <a:r>
              <a:rPr dirty="0"/>
              <a:t>• Never push secrets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Git features enable:</a:t>
            </a:r>
          </a:p>
          <a:p>
            <a:r>
              <a:t>✅ Safe parallel development</a:t>
            </a:r>
          </a:p>
          <a:p>
            <a:r>
              <a:t>✅ Collaboration without chaos</a:t>
            </a:r>
          </a:p>
          <a:p>
            <a:r>
              <a:t>✅ Code review process</a:t>
            </a:r>
          </a:p>
          <a:p>
            <a:r>
              <a:t>✅ Professional software workflow</a:t>
            </a:r>
          </a:p>
          <a:p>
            <a:endParaRPr/>
          </a:p>
          <a:p>
            <a:r>
              <a:t>Git is essential for modern software development.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D54C-4257-C670-AFE7-4FA3DE1A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6078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818</Words>
  <Application>Microsoft Office PowerPoint</Application>
  <PresentationFormat>On-screen Show (4:3)</PresentationFormat>
  <Paragraphs>195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Git Advanced: Branching, Merging, .gitignore &amp; GitHub Workflow</vt:lpstr>
      <vt:lpstr>Why Advanced Git?</vt:lpstr>
      <vt:lpstr>Branching Fundamentals 🌿</vt:lpstr>
      <vt:lpstr>Branch Commands (Code Examples)</vt:lpstr>
      <vt:lpstr>Branch Scenario Example</vt:lpstr>
      <vt:lpstr>Merging Branches 🔀</vt:lpstr>
      <vt:lpstr>Types of Merge</vt:lpstr>
      <vt:lpstr>Merge Conflicts ⚠️</vt:lpstr>
      <vt:lpstr>Resolving Merge Conflicts</vt:lpstr>
      <vt:lpstr>.gitignore Practice 🚫</vt:lpstr>
      <vt:lpstr>.gitignore Examples</vt:lpstr>
      <vt:lpstr>Why .gitignore is Important</vt:lpstr>
      <vt:lpstr>Pull Request (PR) 🔁</vt:lpstr>
      <vt:lpstr>Pull Request Workflow</vt:lpstr>
      <vt:lpstr>Push Branch to GitHub</vt:lpstr>
      <vt:lpstr>GitHub Collaboration Workflow 👥</vt:lpstr>
      <vt:lpstr>Real-World Scenario</vt:lpstr>
      <vt:lpstr>Useful Additional Commands</vt:lpstr>
      <vt:lpstr>Best Practices ⭐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 Bhat</cp:lastModifiedBy>
  <cp:revision>15</cp:revision>
  <dcterms:created xsi:type="dcterms:W3CDTF">2013-01-27T09:14:16Z</dcterms:created>
  <dcterms:modified xsi:type="dcterms:W3CDTF">2026-02-23T05:38:41Z</dcterms:modified>
  <cp:category/>
</cp:coreProperties>
</file>