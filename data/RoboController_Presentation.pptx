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RoboController</a:t>
            </a:r>
            <a:r>
              <a:rPr dirty="0"/>
              <a:t> </a:t>
            </a:r>
            <a:r>
              <a:rPr lang="en-IN" dirty="0"/>
              <a:t>1</a:t>
            </a:r>
            <a:r>
              <a:rPr dirty="0"/>
              <a:t>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78045"/>
            <a:ext cx="6400800" cy="1752600"/>
          </a:xfrm>
        </p:spPr>
        <p:txBody>
          <a:bodyPr/>
          <a:lstStyle/>
          <a:p>
            <a:r>
              <a:rPr dirty="0"/>
              <a:t>Object Detection Bot Simulation</a:t>
            </a:r>
          </a:p>
          <a:p>
            <a:r>
              <a:rPr dirty="0"/>
              <a:t>Python Implementation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889158-5031-82FB-7998-23A365C05133}"/>
              </a:ext>
            </a:extLst>
          </p:cNvPr>
          <p:cNvSpPr txBox="1">
            <a:spLocks/>
          </p:cNvSpPr>
          <p:nvPr/>
        </p:nvSpPr>
        <p:spPr>
          <a:xfrm>
            <a:off x="2517058" y="501199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Team Name:- Decide </a:t>
            </a:r>
            <a:r>
              <a:rPr lang="en-IN" b="1" dirty="0" err="1">
                <a:solidFill>
                  <a:schemeClr val="tx1"/>
                </a:solidFill>
              </a:rPr>
              <a:t>Aaglilla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Simulate robot movement</a:t>
            </a:r>
            <a:r>
              <a:rPr lang="en-IN" dirty="0"/>
              <a:t>.</a:t>
            </a:r>
            <a:endParaRPr dirty="0"/>
          </a:p>
          <a:p>
            <a:r>
              <a:rPr dirty="0"/>
              <a:t>Detect human or object within 50m</a:t>
            </a:r>
            <a:r>
              <a:rPr lang="en-IN" dirty="0"/>
              <a:t>?</a:t>
            </a:r>
            <a:endParaRPr dirty="0"/>
          </a:p>
          <a:p>
            <a:r>
              <a:rPr dirty="0"/>
              <a:t>Human → Wait</a:t>
            </a:r>
            <a:r>
              <a:rPr lang="en-IN" dirty="0"/>
              <a:t>.</a:t>
            </a:r>
            <a:endParaRPr dirty="0"/>
          </a:p>
          <a:p>
            <a:r>
              <a:rPr dirty="0"/>
              <a:t>Object → Reverse </a:t>
            </a:r>
            <a:r>
              <a:rPr lang="en-IN" dirty="0"/>
              <a:t>/</a:t>
            </a:r>
            <a:r>
              <a:rPr dirty="0"/>
              <a:t> Turn</a:t>
            </a:r>
            <a:r>
              <a:rPr lang="en-IN" dirty="0"/>
              <a:t> Left or Right.</a:t>
            </a:r>
            <a:endParaRPr dirty="0"/>
          </a:p>
          <a:p>
            <a:r>
              <a:rPr dirty="0"/>
              <a:t>Move forward with random speed</a:t>
            </a:r>
            <a:r>
              <a:rPr lang="en-IN" dirty="0"/>
              <a:t>.</a:t>
            </a:r>
            <a:endParaRPr dirty="0"/>
          </a:p>
          <a:p>
            <a:r>
              <a:rPr dirty="0"/>
              <a:t>Store journey checkpoints</a:t>
            </a:r>
            <a:r>
              <a:rPr lang="en-IN" dirty="0"/>
              <a:t>.</a:t>
            </a:r>
            <a:endParaRPr dirty="0"/>
          </a:p>
          <a:p>
            <a:r>
              <a:rPr dirty="0"/>
              <a:t>Display trip summary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Python Code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791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sz="1400" dirty="0"/>
              <a:t>import random</a:t>
            </a:r>
            <a:br>
              <a:rPr sz="1400" dirty="0"/>
            </a:br>
            <a:br>
              <a:rPr sz="1400" dirty="0"/>
            </a:br>
            <a:r>
              <a:rPr sz="1400" dirty="0" err="1"/>
              <a:t>bot_name</a:t>
            </a:r>
            <a:r>
              <a:rPr sz="1400" dirty="0"/>
              <a:t> = input("Enter bot name: ")</a:t>
            </a:r>
            <a:br>
              <a:rPr sz="1400" dirty="0"/>
            </a:br>
            <a:r>
              <a:rPr sz="1400" dirty="0" err="1"/>
              <a:t>target_distance</a:t>
            </a:r>
            <a:r>
              <a:rPr sz="1400" dirty="0"/>
              <a:t> = int(input("Enter distance to target (meters): "))</a:t>
            </a:r>
            <a:br>
              <a:rPr sz="1400" dirty="0"/>
            </a:br>
            <a:r>
              <a:rPr sz="1400" dirty="0" err="1"/>
              <a:t>obstacle_ahead</a:t>
            </a:r>
            <a:r>
              <a:rPr sz="1400" dirty="0"/>
              <a:t> = input("Is there an obstacle ahead? (yes/no): ").lower()</a:t>
            </a:r>
            <a:br>
              <a:rPr sz="1400" dirty="0"/>
            </a:br>
            <a:br>
              <a:rPr sz="1400" dirty="0"/>
            </a:br>
            <a:r>
              <a:rPr sz="1400" dirty="0" err="1"/>
              <a:t>distance_travelled</a:t>
            </a:r>
            <a:r>
              <a:rPr sz="1400" dirty="0"/>
              <a:t> = 0</a:t>
            </a:r>
            <a:br>
              <a:rPr sz="1400" dirty="0"/>
            </a:br>
            <a:r>
              <a:rPr sz="1400" dirty="0"/>
              <a:t>checkpoints = ["Start"]</a:t>
            </a:r>
            <a:br>
              <a:rPr sz="1400" dirty="0"/>
            </a:br>
            <a:br>
              <a:rPr sz="1400" dirty="0"/>
            </a:br>
            <a:r>
              <a:rPr sz="1400" dirty="0" err="1"/>
              <a:t>speed_levels</a:t>
            </a:r>
            <a:r>
              <a:rPr sz="1400" dirty="0"/>
              <a:t> = ["Slow", "Medium", "High"]</a:t>
            </a:r>
            <a:br>
              <a:rPr sz="1400" dirty="0"/>
            </a:br>
            <a:r>
              <a:rPr sz="1400" dirty="0" err="1"/>
              <a:t>speed_values</a:t>
            </a:r>
            <a:r>
              <a:rPr sz="1400" dirty="0"/>
              <a:t> = {"Slow": 1, "Medium": 2, "High": 3}</a:t>
            </a:r>
            <a:br>
              <a:rPr sz="1400" dirty="0"/>
            </a:br>
            <a:r>
              <a:rPr sz="1400" dirty="0" err="1"/>
              <a:t>total_speed_value</a:t>
            </a:r>
            <a:r>
              <a:rPr sz="1400" dirty="0"/>
              <a:t> = 0</a:t>
            </a:r>
            <a:br>
              <a:rPr sz="1400" dirty="0"/>
            </a:br>
            <a:r>
              <a:rPr sz="1400" dirty="0" err="1"/>
              <a:t>move_count</a:t>
            </a:r>
            <a:r>
              <a:rPr sz="1400" dirty="0"/>
              <a:t> = 0</a:t>
            </a:r>
            <a:br>
              <a:rPr sz="1400" dirty="0"/>
            </a:br>
            <a:br>
              <a:rPr sz="1400" dirty="0"/>
            </a:b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730B-A035-10F5-F891-22E8C80D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4957-216B-F604-3333-598F533CE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B57B3-D7D2-11DF-58DC-17D81E56D9AA}"/>
              </a:ext>
            </a:extLst>
          </p:cNvPr>
          <p:cNvSpPr txBox="1"/>
          <p:nvPr/>
        </p:nvSpPr>
        <p:spPr>
          <a:xfrm>
            <a:off x="358876" y="1422554"/>
            <a:ext cx="885394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lang="en-IN" sz="1400" dirty="0"/>
              <a:t>while </a:t>
            </a:r>
            <a:r>
              <a:rPr lang="en-IN" sz="1400" dirty="0" err="1"/>
              <a:t>distance_travelled</a:t>
            </a:r>
            <a:r>
              <a:rPr lang="en-IN" sz="1400" dirty="0"/>
              <a:t> &lt; </a:t>
            </a:r>
            <a:r>
              <a:rPr lang="en-IN" sz="1400" dirty="0" err="1"/>
              <a:t>target_distance</a:t>
            </a:r>
            <a:r>
              <a:rPr lang="en-IN" sz="1400" dirty="0"/>
              <a:t>: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detected_distance</a:t>
            </a:r>
            <a:r>
              <a:rPr lang="en-IN" sz="1400" dirty="0"/>
              <a:t> = </a:t>
            </a:r>
            <a:r>
              <a:rPr lang="en-IN" sz="1400" dirty="0" err="1"/>
              <a:t>random.randint</a:t>
            </a:r>
            <a:r>
              <a:rPr lang="en-IN" sz="1400" dirty="0"/>
              <a:t>(10, 60)</a:t>
            </a:r>
            <a:br>
              <a:rPr lang="en-IN" sz="1400" dirty="0"/>
            </a:br>
            <a:r>
              <a:rPr lang="en-IN" sz="1400" dirty="0"/>
              <a:t>    if </a:t>
            </a:r>
            <a:r>
              <a:rPr lang="en-IN" sz="1400" dirty="0" err="1"/>
              <a:t>detected_distance</a:t>
            </a:r>
            <a:r>
              <a:rPr lang="en-IN" sz="1400" dirty="0"/>
              <a:t> &lt;= 50:</a:t>
            </a:r>
            <a:br>
              <a:rPr lang="en-IN" sz="1400" dirty="0"/>
            </a:br>
            <a:r>
              <a:rPr lang="en-IN" sz="1400" dirty="0"/>
              <a:t>        </a:t>
            </a:r>
            <a:r>
              <a:rPr lang="en-IN" sz="1400" dirty="0" err="1"/>
              <a:t>detected_type</a:t>
            </a:r>
            <a:r>
              <a:rPr lang="en-IN" sz="1400" dirty="0"/>
              <a:t> = </a:t>
            </a:r>
            <a:r>
              <a:rPr lang="en-IN" sz="1400" dirty="0" err="1"/>
              <a:t>random.choice</a:t>
            </a:r>
            <a:r>
              <a:rPr lang="en-IN" sz="1400" dirty="0"/>
              <a:t>(["human", "object"])</a:t>
            </a:r>
            <a:br>
              <a:rPr lang="en-IN" sz="1400" dirty="0"/>
            </a:br>
            <a:r>
              <a:rPr lang="en-IN" sz="1400" dirty="0"/>
              <a:t>        if </a:t>
            </a:r>
            <a:r>
              <a:rPr lang="en-IN" sz="1400" dirty="0" err="1"/>
              <a:t>detected_type</a:t>
            </a:r>
            <a:r>
              <a:rPr lang="en-IN" sz="1400" dirty="0"/>
              <a:t> == "human":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checkpoints.append</a:t>
            </a:r>
            <a:r>
              <a:rPr lang="en-IN" sz="1400" dirty="0"/>
              <a:t>("Human detected – Waiting")</a:t>
            </a:r>
            <a:br>
              <a:rPr lang="en-IN" sz="1400" dirty="0"/>
            </a:br>
            <a:r>
              <a:rPr lang="en-IN" sz="1400" dirty="0"/>
              <a:t>            continue</a:t>
            </a:r>
            <a:br>
              <a:rPr lang="en-IN" sz="1400" dirty="0"/>
            </a:br>
            <a:r>
              <a:rPr lang="en-IN" sz="1400" dirty="0"/>
              <a:t>        else: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step_back</a:t>
            </a:r>
            <a:r>
              <a:rPr lang="en-IN" sz="1400" dirty="0"/>
              <a:t> = </a:t>
            </a:r>
            <a:r>
              <a:rPr lang="en-IN" sz="1400" dirty="0" err="1"/>
              <a:t>random.randint</a:t>
            </a:r>
            <a:r>
              <a:rPr lang="en-IN" sz="1400" dirty="0"/>
              <a:t>(5, 10)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distance_travelled</a:t>
            </a:r>
            <a:r>
              <a:rPr lang="en-IN" sz="1400" dirty="0"/>
              <a:t> = max(0, </a:t>
            </a:r>
            <a:r>
              <a:rPr lang="en-IN" sz="1400" dirty="0" err="1"/>
              <a:t>distance_travelled</a:t>
            </a:r>
            <a:r>
              <a:rPr lang="en-IN" sz="1400" dirty="0"/>
              <a:t> - </a:t>
            </a:r>
            <a:r>
              <a:rPr lang="en-IN" sz="1400" dirty="0" err="1"/>
              <a:t>step_back</a:t>
            </a:r>
            <a:r>
              <a:rPr lang="en-IN" sz="1400" dirty="0"/>
              <a:t>)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checkpoints.append</a:t>
            </a:r>
            <a:r>
              <a:rPr lang="en-IN" sz="1400" dirty="0"/>
              <a:t>(</a:t>
            </a:r>
            <a:r>
              <a:rPr lang="en-IN" sz="1400" dirty="0" err="1"/>
              <a:t>f"Object</a:t>
            </a:r>
            <a:r>
              <a:rPr lang="en-IN" sz="1400" dirty="0"/>
              <a:t> detected – Reverse to {</a:t>
            </a:r>
            <a:r>
              <a:rPr lang="en-IN" sz="1400" dirty="0" err="1"/>
              <a:t>distance_travelled</a:t>
            </a:r>
            <a:r>
              <a:rPr lang="en-IN" sz="1400" dirty="0"/>
              <a:t>}m")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turn_direction</a:t>
            </a:r>
            <a:r>
              <a:rPr lang="en-IN" sz="1400" dirty="0"/>
              <a:t> = </a:t>
            </a:r>
            <a:r>
              <a:rPr lang="en-IN" sz="1400" dirty="0" err="1"/>
              <a:t>random.choice</a:t>
            </a:r>
            <a:r>
              <a:rPr lang="en-IN" sz="1400" dirty="0"/>
              <a:t>(["Turn Left", "Turn Right"])</a:t>
            </a:r>
            <a:br>
              <a:rPr lang="en-IN" sz="1400" dirty="0"/>
            </a:br>
            <a:r>
              <a:rPr lang="en-IN" sz="1400" dirty="0"/>
              <a:t>            </a:t>
            </a:r>
            <a:r>
              <a:rPr lang="en-IN" sz="1400" dirty="0" err="1"/>
              <a:t>checkpoints.append</a:t>
            </a:r>
            <a:r>
              <a:rPr lang="en-IN" sz="1400" dirty="0"/>
              <a:t>(</a:t>
            </a:r>
            <a:r>
              <a:rPr lang="en-IN" sz="1400" dirty="0" err="1"/>
              <a:t>f"Changing</a:t>
            </a:r>
            <a:r>
              <a:rPr lang="en-IN" sz="1400" dirty="0"/>
              <a:t> direction – {</a:t>
            </a:r>
            <a:r>
              <a:rPr lang="en-IN" sz="1400" dirty="0" err="1"/>
              <a:t>turn_direction</a:t>
            </a:r>
            <a:r>
              <a:rPr lang="en-IN" sz="1400" dirty="0"/>
              <a:t>}")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chosen_speed</a:t>
            </a:r>
            <a:r>
              <a:rPr lang="en-IN" sz="1400" dirty="0"/>
              <a:t> = </a:t>
            </a:r>
            <a:r>
              <a:rPr lang="en-IN" sz="1400" dirty="0" err="1"/>
              <a:t>random.choice</a:t>
            </a:r>
            <a:r>
              <a:rPr lang="en-IN" sz="1400" dirty="0"/>
              <a:t>(</a:t>
            </a:r>
            <a:r>
              <a:rPr lang="en-IN" sz="1400" dirty="0" err="1"/>
              <a:t>speed_levels</a:t>
            </a:r>
            <a:r>
              <a:rPr lang="en-IN" sz="1400" dirty="0"/>
              <a:t>)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step_forward</a:t>
            </a:r>
            <a:r>
              <a:rPr lang="en-IN" sz="1400" dirty="0"/>
              <a:t> = </a:t>
            </a:r>
            <a:r>
              <a:rPr lang="en-IN" sz="1400" dirty="0" err="1"/>
              <a:t>random.randint</a:t>
            </a:r>
            <a:r>
              <a:rPr lang="en-IN" sz="1400" dirty="0"/>
              <a:t>(5, 15)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distance_travelled</a:t>
            </a:r>
            <a:r>
              <a:rPr lang="en-IN" sz="1400" dirty="0"/>
              <a:t> += </a:t>
            </a:r>
            <a:r>
              <a:rPr lang="en-IN" sz="1400" dirty="0" err="1"/>
              <a:t>step_forward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total_speed_value</a:t>
            </a:r>
            <a:r>
              <a:rPr lang="en-IN" sz="1400" dirty="0"/>
              <a:t> += </a:t>
            </a:r>
            <a:r>
              <a:rPr lang="en-IN" sz="1400" dirty="0" err="1"/>
              <a:t>speed_values</a:t>
            </a:r>
            <a:r>
              <a:rPr lang="en-IN" sz="1400" dirty="0"/>
              <a:t>[</a:t>
            </a:r>
            <a:r>
              <a:rPr lang="en-IN" sz="1400" dirty="0" err="1"/>
              <a:t>chosen_speed</a:t>
            </a:r>
            <a:r>
              <a:rPr lang="en-IN" sz="1400" dirty="0"/>
              <a:t>]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move_count</a:t>
            </a:r>
            <a:r>
              <a:rPr lang="en-IN" sz="1400" dirty="0"/>
              <a:t> += 1</a:t>
            </a:r>
            <a:br>
              <a:rPr lang="en-IN" sz="1400" dirty="0"/>
            </a:br>
            <a:r>
              <a:rPr lang="en-IN" sz="1400" dirty="0"/>
              <a:t>    </a:t>
            </a:r>
            <a:r>
              <a:rPr lang="en-IN" sz="1400" dirty="0" err="1"/>
              <a:t>checkpoints.append</a:t>
            </a:r>
            <a:r>
              <a:rPr lang="en-IN" sz="1400" dirty="0"/>
              <a:t>(</a:t>
            </a:r>
            <a:r>
              <a:rPr lang="en-IN" sz="1400" dirty="0" err="1"/>
              <a:t>f"Move</a:t>
            </a:r>
            <a:r>
              <a:rPr lang="en-IN" sz="1400" dirty="0"/>
              <a:t> Forward ({</a:t>
            </a:r>
            <a:r>
              <a:rPr lang="en-IN" sz="1400" dirty="0" err="1"/>
              <a:t>chosen_speed</a:t>
            </a:r>
            <a:r>
              <a:rPr lang="en-IN" sz="1400" dirty="0"/>
              <a:t>}) to {</a:t>
            </a:r>
            <a:r>
              <a:rPr lang="en-IN" sz="1400" dirty="0" err="1"/>
              <a:t>distance_travelled</a:t>
            </a:r>
            <a:r>
              <a:rPr lang="en-IN" sz="1400" dirty="0"/>
              <a:t>}m")</a:t>
            </a:r>
            <a:br>
              <a:rPr lang="en-IN" sz="1400" dirty="0"/>
            </a:br>
            <a:br>
              <a:rPr lang="en-IN" sz="1400" dirty="0"/>
            </a:b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86535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B9AA-C051-9D7C-7058-89449D48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C390-A273-0A5F-5368-96E50B03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1D6CB-D515-34A7-25DE-82870EE02171}"/>
              </a:ext>
            </a:extLst>
          </p:cNvPr>
          <p:cNvSpPr txBox="1"/>
          <p:nvPr/>
        </p:nvSpPr>
        <p:spPr>
          <a:xfrm>
            <a:off x="693174" y="1613118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rPr lang="en-IN" sz="1400" dirty="0" err="1"/>
              <a:t>average_speed</a:t>
            </a:r>
            <a:r>
              <a:rPr lang="en-IN" sz="1400" dirty="0"/>
              <a:t> = </a:t>
            </a:r>
            <a:r>
              <a:rPr lang="en-IN" sz="1400" dirty="0" err="1"/>
              <a:t>total_speed_value</a:t>
            </a:r>
            <a:r>
              <a:rPr lang="en-IN" sz="1400" dirty="0"/>
              <a:t> / </a:t>
            </a:r>
            <a:r>
              <a:rPr lang="en-IN" sz="1400" dirty="0" err="1"/>
              <a:t>move_count</a:t>
            </a:r>
            <a:r>
              <a:rPr lang="en-IN" sz="1400" dirty="0"/>
              <a:t> if </a:t>
            </a:r>
            <a:r>
              <a:rPr lang="en-IN" sz="1400" dirty="0" err="1"/>
              <a:t>move_count</a:t>
            </a:r>
            <a:r>
              <a:rPr lang="en-IN" sz="1400" dirty="0"/>
              <a:t> &gt; 0 else 0</a:t>
            </a:r>
            <a:br>
              <a:rPr lang="en-IN" sz="1400" dirty="0"/>
            </a:br>
            <a:br>
              <a:rPr lang="en-IN" sz="1400" dirty="0"/>
            </a:br>
            <a:r>
              <a:rPr lang="en-IN" sz="1400" dirty="0"/>
              <a:t>print("------ TRIP SUMMARY ------")</a:t>
            </a:r>
            <a:br>
              <a:rPr lang="en-IN" sz="1400" dirty="0"/>
            </a:br>
            <a:r>
              <a:rPr lang="en-IN" sz="1400" dirty="0"/>
              <a:t>print(</a:t>
            </a:r>
            <a:r>
              <a:rPr lang="en-IN" sz="1400" dirty="0" err="1"/>
              <a:t>f"Bot</a:t>
            </a:r>
            <a:r>
              <a:rPr lang="en-IN" sz="1400" dirty="0"/>
              <a:t> Name : {</a:t>
            </a:r>
            <a:r>
              <a:rPr lang="en-IN" sz="1400" dirty="0" err="1"/>
              <a:t>bot_name</a:t>
            </a:r>
            <a:r>
              <a:rPr lang="en-IN" sz="1400" dirty="0"/>
              <a:t>}")</a:t>
            </a:r>
            <a:br>
              <a:rPr lang="en-IN" sz="1400" dirty="0"/>
            </a:br>
            <a:r>
              <a:rPr lang="en-IN" sz="1400" dirty="0"/>
              <a:t>print(</a:t>
            </a:r>
            <a:r>
              <a:rPr lang="en-IN" sz="1400" dirty="0" err="1"/>
              <a:t>f"Total</a:t>
            </a:r>
            <a:r>
              <a:rPr lang="en-IN" sz="1400" dirty="0"/>
              <a:t> Distance : {</a:t>
            </a:r>
            <a:r>
              <a:rPr lang="en-IN" sz="1400" dirty="0" err="1"/>
              <a:t>distance_travelled</a:t>
            </a:r>
            <a:r>
              <a:rPr lang="en-IN" sz="1400" dirty="0"/>
              <a:t>}m")</a:t>
            </a:r>
            <a:br>
              <a:rPr lang="en-IN" sz="1400" dirty="0"/>
            </a:br>
            <a:r>
              <a:rPr lang="en-IN" sz="1400" dirty="0"/>
              <a:t>print(</a:t>
            </a:r>
            <a:r>
              <a:rPr lang="en-IN" sz="1400" dirty="0" err="1"/>
              <a:t>f"Obstacle</a:t>
            </a:r>
            <a:r>
              <a:rPr lang="en-IN" sz="1400" dirty="0"/>
              <a:t> Ahead : {</a:t>
            </a:r>
            <a:r>
              <a:rPr lang="en-IN" sz="1400" dirty="0" err="1"/>
              <a:t>obstacle_ahead</a:t>
            </a:r>
            <a:r>
              <a:rPr lang="en-IN" sz="1400" dirty="0"/>
              <a:t>}")</a:t>
            </a:r>
            <a:br>
              <a:rPr lang="en-IN" sz="1400" dirty="0"/>
            </a:br>
            <a:r>
              <a:rPr lang="en-IN" sz="1400" dirty="0"/>
              <a:t>print(</a:t>
            </a:r>
            <a:r>
              <a:rPr lang="en-IN" sz="1400" dirty="0" err="1"/>
              <a:t>f"Average</a:t>
            </a:r>
            <a:r>
              <a:rPr lang="en-IN" sz="1400" dirty="0"/>
              <a:t> Speed Level : {average_speed:.2f}")</a:t>
            </a:r>
            <a:br>
              <a:rPr lang="en-IN" sz="1400" dirty="0"/>
            </a:br>
            <a:r>
              <a:rPr lang="en-IN" sz="1400" dirty="0"/>
              <a:t>print(</a:t>
            </a:r>
            <a:r>
              <a:rPr lang="en-IN" sz="1400" dirty="0" err="1"/>
              <a:t>f"Checkpoints</a:t>
            </a:r>
            <a:r>
              <a:rPr lang="en-IN" sz="1400" dirty="0"/>
              <a:t> : {checkpoints}")</a:t>
            </a:r>
          </a:p>
        </p:txBody>
      </p:sp>
    </p:spTree>
    <p:extLst>
      <p:ext uri="{BB962C8B-B14F-4D97-AF65-F5344CB8AC3E}">
        <p14:creationId xmlns:p14="http://schemas.microsoft.com/office/powerpoint/2010/main" val="148543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4844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Take</a:t>
            </a:r>
            <a:r>
              <a:rPr lang="en-IN" dirty="0"/>
              <a:t>s</a:t>
            </a:r>
            <a:r>
              <a:rPr dirty="0"/>
              <a:t> bot name, target distance and obstacle input</a:t>
            </a:r>
            <a:r>
              <a:rPr lang="en-IN" dirty="0"/>
              <a:t>.</a:t>
            </a:r>
            <a:endParaRPr dirty="0"/>
          </a:p>
          <a:p>
            <a:r>
              <a:rPr dirty="0"/>
              <a:t>Uses while loop until target is reached</a:t>
            </a:r>
            <a:r>
              <a:rPr lang="en-IN" dirty="0"/>
              <a:t>.</a:t>
            </a:r>
            <a:endParaRPr dirty="0"/>
          </a:p>
          <a:p>
            <a:r>
              <a:rPr dirty="0"/>
              <a:t>Detects human or object within 50m</a:t>
            </a:r>
            <a:r>
              <a:rPr lang="en-IN" dirty="0"/>
              <a:t>.</a:t>
            </a:r>
            <a:endParaRPr dirty="0"/>
          </a:p>
          <a:p>
            <a:r>
              <a:rPr dirty="0"/>
              <a:t>Human → Wait (continue)</a:t>
            </a:r>
            <a:r>
              <a:rPr lang="en-IN" dirty="0"/>
              <a:t>.</a:t>
            </a:r>
            <a:endParaRPr dirty="0"/>
          </a:p>
          <a:p>
            <a:r>
              <a:rPr dirty="0"/>
              <a:t>Object → Reverse and Turn</a:t>
            </a:r>
            <a:r>
              <a:rPr lang="en-IN" dirty="0"/>
              <a:t>.</a:t>
            </a:r>
            <a:endParaRPr dirty="0"/>
          </a:p>
          <a:p>
            <a:r>
              <a:rPr dirty="0"/>
              <a:t>Forward movement uses random speed</a:t>
            </a:r>
            <a:r>
              <a:rPr lang="en-IN" dirty="0"/>
              <a:t>.</a:t>
            </a:r>
            <a:endParaRPr dirty="0"/>
          </a:p>
          <a:p>
            <a:r>
              <a:rPr dirty="0"/>
              <a:t>Stores checkpoints in list</a:t>
            </a:r>
            <a:r>
              <a:rPr lang="en-IN" dirty="0"/>
              <a:t>.</a:t>
            </a:r>
            <a:endParaRPr dirty="0"/>
          </a:p>
          <a:p>
            <a:r>
              <a:rPr dirty="0"/>
              <a:t>Calculates average speed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6239"/>
            <a:ext cx="8229600" cy="4525963"/>
          </a:xfrm>
        </p:spPr>
        <p:txBody>
          <a:bodyPr>
            <a:noAutofit/>
          </a:bodyPr>
          <a:lstStyle/>
          <a:p>
            <a:r>
              <a:rPr sz="2000" dirty="0"/>
              <a:t>Bot Name            : </a:t>
            </a:r>
            <a:r>
              <a:rPr sz="2000" dirty="0" err="1"/>
              <a:t>TitanBot</a:t>
            </a:r>
            <a:endParaRPr sz="2000" dirty="0"/>
          </a:p>
          <a:p>
            <a:r>
              <a:rPr sz="2000" dirty="0"/>
              <a:t>Total Distance      : 91m</a:t>
            </a:r>
          </a:p>
          <a:p>
            <a:r>
              <a:rPr sz="2000" dirty="0"/>
              <a:t>Obstacle Ahead      : yes</a:t>
            </a:r>
          </a:p>
          <a:p>
            <a:r>
              <a:rPr sz="2000" dirty="0"/>
              <a:t>Average Speed Level : 2.25</a:t>
            </a:r>
          </a:p>
          <a:p>
            <a:r>
              <a:rPr sz="2000" dirty="0"/>
              <a:t>Checkpoints         : ['Start',</a:t>
            </a:r>
          </a:p>
          <a:p>
            <a:r>
              <a:rPr sz="2000" dirty="0"/>
              <a:t>  'Move Forward (High) to 14m',</a:t>
            </a:r>
          </a:p>
          <a:p>
            <a:r>
              <a:rPr sz="2000" dirty="0"/>
              <a:t>  'Object detected – Reverse to 8m',</a:t>
            </a:r>
          </a:p>
          <a:p>
            <a:r>
              <a:rPr sz="2000" dirty="0"/>
              <a:t>  'Changing direction – Turn Left',</a:t>
            </a:r>
          </a:p>
          <a:p>
            <a:r>
              <a:rPr sz="2000" dirty="0"/>
              <a:t>  'Move Forward (Medium) to 23m',</a:t>
            </a:r>
          </a:p>
          <a:p>
            <a:r>
              <a:rPr sz="2000" dirty="0"/>
              <a:t>  'Human detected – Waiting',</a:t>
            </a:r>
          </a:p>
          <a:p>
            <a:r>
              <a:rPr sz="2000" dirty="0"/>
              <a:t>  'Move Forward (Slow) to 35m',</a:t>
            </a:r>
          </a:p>
          <a:p>
            <a:r>
              <a:rPr sz="2000" dirty="0"/>
              <a:t>  'Move Forward (High) to 51m',</a:t>
            </a:r>
          </a:p>
          <a:p>
            <a:r>
              <a:rPr sz="2000" dirty="0"/>
              <a:t>  'Move Forward (Medium) to 67m',</a:t>
            </a:r>
          </a:p>
          <a:p>
            <a:r>
              <a:rPr sz="2000" dirty="0"/>
              <a:t>  'Move Forward (High) to 91m']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676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RoboController 1.0</vt:lpstr>
      <vt:lpstr>Problem Statement</vt:lpstr>
      <vt:lpstr>Python Code Implementation</vt:lpstr>
      <vt:lpstr>Python Code Implementation</vt:lpstr>
      <vt:lpstr>Python Code Implementation</vt:lpstr>
      <vt:lpstr>Code Explanation</vt:lpstr>
      <vt:lpstr>Sample Output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Bhat</cp:lastModifiedBy>
  <cp:revision>12</cp:revision>
  <dcterms:created xsi:type="dcterms:W3CDTF">2013-01-27T09:14:16Z</dcterms:created>
  <dcterms:modified xsi:type="dcterms:W3CDTF">2026-02-12T08:09:49Z</dcterms:modified>
  <cp:category/>
</cp:coreProperties>
</file>